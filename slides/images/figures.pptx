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5404-4BE7-6D75-03D7-E636A9ABF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79519-CE41-2AB6-0441-5E03F9D2B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4D50-CA4F-ECAB-BE42-FDCDA800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9B93B-895A-83E2-032E-2E6A0A09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7C3A3-E320-177E-0407-CC4B46C4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2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AA20-537A-F19A-8DE0-AC1ACA7B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0CC6E-7111-D0E5-EB7A-C482EA14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C4292-DFC3-D0C9-2569-19D48464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D07D8-C34A-3C00-51D2-E2FBD6B2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E264-3822-0F1E-B7AE-33E61600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2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0898-DA1D-A88E-6322-812D3B7E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0EDE0-B54B-1EE7-2396-3C744E69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EBC68-6F05-9D5C-8325-F00656FB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83D66-2CC2-326E-AE58-2B376E70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39126-B849-9687-3498-9760D794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4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C36C8-C4F9-AFF2-8F70-D9A93C27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E8C4-6CCA-C326-6019-C7B1DA6AC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8AF21-80B4-3043-7E46-B38E01F3B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39CB8-B1A1-F7D2-4AD9-099747FF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63402-6511-9FCA-B12D-5A5C3B7C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CAC18-6A03-EFB5-1467-C5FF20CD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2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AB18-2F8A-9A15-0344-3BE1F063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63B2-4AA6-EF50-1F4C-22C71AFED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DD53D-5375-FC71-6427-3EC5C58CE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A6FFB-38D3-D44F-3078-0C3101D4A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EFF8C-7CB9-98F3-B082-76464BD89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09DB2-3C19-A0EF-701F-B08EED2A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ADDD-A2CC-A54F-6B2E-A6346684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4A0F0-BAC9-333F-994A-D3524C9A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CA0D-A119-66E7-6EF8-E6F260E6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BDD13-4F3D-44BB-1E02-23857593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05D3B-F339-AEFD-40C7-FA8B1749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BD21B-427A-3ACA-61CE-E612A4D0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0840F-6488-07AC-2F92-FCE317AA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62379-182C-23FD-28F0-1964D0E1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643F4-822D-7A45-76D5-7215C06C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2CAF-B961-8AFB-A681-F8C1D89B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9AA4-F6B9-7479-FB48-DF8BD008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45CDA-D04F-5FD1-3CB7-A93C1AFCB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BC3C5-FE39-6F74-F6FC-B5DCA8A9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23DFC-F8B8-47E2-0105-DC3033AA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165E7-2591-6E50-8996-53B755F1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3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AA1B-43CF-BBBA-3B97-DD4CDE6A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18D7F-F420-CAA8-9006-F2BD2C772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7AEFC-EF78-925C-724C-41AF73A59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430A3-ABAA-6CC4-DA11-F5F51591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1CCD2-C393-7D4D-4EBD-8749703F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C1B4B-EF5F-D4E1-F0C9-B46DE97F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0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4E69-ED32-1E05-A3AE-C6E40522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4F2E3-AA85-0453-559D-0E5ADD9C1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5882C-D1CF-6AE3-338A-6A2DEB4C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C49C-37DC-0301-F6D1-6154C625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B708-265A-789C-6F6F-34BDD224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1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5B499-C9F0-0789-66E5-1312122A3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FBC8B-8B00-4E50-F8ED-53538A24F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ECDE4-815B-32EB-5627-DCA621F9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4165-67C2-CBC6-DCEA-3EFB84E6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EA3C-4827-5FCE-E9BF-FDE664A0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9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0194A9-23CB-02FD-283C-62CCE774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6427E-9C9B-4F4D-F91C-3780DB559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2B07-BBB5-24DF-39B6-2411E7EC3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12E56-E4FC-424F-9FC5-F54D47DF2E0F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5ADC-BFC1-E06A-F4CD-854B6BA88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87F8F-CC91-BCBF-B951-7C9C857D6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C9412-1710-9940-B849-E4D67DD7F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8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7F26DD9-C40F-8171-88BA-6AB80DB76D65}"/>
              </a:ext>
            </a:extLst>
          </p:cNvPr>
          <p:cNvGrpSpPr/>
          <p:nvPr/>
        </p:nvGrpSpPr>
        <p:grpSpPr>
          <a:xfrm>
            <a:off x="965200" y="1989327"/>
            <a:ext cx="9844865" cy="3010383"/>
            <a:chOff x="965200" y="1989327"/>
            <a:chExt cx="9844865" cy="3010383"/>
          </a:xfrm>
        </p:grpSpPr>
        <p:pic>
          <p:nvPicPr>
            <p:cNvPr id="7" name="Graphic 6" descr="Table with solid fill">
              <a:extLst>
                <a:ext uri="{FF2B5EF4-FFF2-40B4-BE49-F238E27FC236}">
                  <a16:creationId xmlns:a16="http://schemas.microsoft.com/office/drawing/2014/main" id="{279BA5C7-8134-EE68-4873-D4932B141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200" y="1989458"/>
              <a:ext cx="2879083" cy="2879083"/>
            </a:xfrm>
            <a:prstGeom prst="rect">
              <a:avLst/>
            </a:prstGeom>
          </p:spPr>
        </p:pic>
        <p:pic>
          <p:nvPicPr>
            <p:cNvPr id="8" name="Graphic 7" descr="Computer with solid fill">
              <a:extLst>
                <a:ext uri="{FF2B5EF4-FFF2-40B4-BE49-F238E27FC236}">
                  <a16:creationId xmlns:a16="http://schemas.microsoft.com/office/drawing/2014/main" id="{53FF497A-F1D6-956E-7429-50E12890C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7976" y="1989327"/>
              <a:ext cx="2880360" cy="2880360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FFC68818-84EB-92A5-0890-EC2C27DC2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32029" y="2139743"/>
              <a:ext cx="2478036" cy="2478036"/>
            </a:xfrm>
            <a:prstGeom prst="rect">
              <a:avLst/>
            </a:prstGeom>
          </p:spPr>
        </p:pic>
        <p:pic>
          <p:nvPicPr>
            <p:cNvPr id="13" name="Graphic 12" descr="Line arrow: Straight with solid fill">
              <a:extLst>
                <a:ext uri="{FF2B5EF4-FFF2-40B4-BE49-F238E27FC236}">
                  <a16:creationId xmlns:a16="http://schemas.microsoft.com/office/drawing/2014/main" id="{9CDBEEDA-A2E6-4E0B-F028-7D91F8A86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3745488" y="2684504"/>
              <a:ext cx="914400" cy="1488989"/>
            </a:xfrm>
            <a:prstGeom prst="rect">
              <a:avLst/>
            </a:prstGeom>
          </p:spPr>
        </p:pic>
        <p:pic>
          <p:nvPicPr>
            <p:cNvPr id="15" name="Graphic 14" descr="Line arrow: Straight with solid fill">
              <a:extLst>
                <a:ext uri="{FF2B5EF4-FFF2-40B4-BE49-F238E27FC236}">
                  <a16:creationId xmlns:a16="http://schemas.microsoft.com/office/drawing/2014/main" id="{7ECF4572-2B9B-CBE7-C679-D14308144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7528336" y="2684504"/>
              <a:ext cx="914400" cy="148898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03A706-B0E7-9B9E-9B1A-84524B4562D3}"/>
                </a:ext>
              </a:extLst>
            </p:cNvPr>
            <p:cNvSpPr txBox="1"/>
            <p:nvPr/>
          </p:nvSpPr>
          <p:spPr>
            <a:xfrm>
              <a:off x="1594262" y="4414935"/>
              <a:ext cx="162095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Cleaning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92E58F-4C73-9E24-3FEB-17BCC76466A9}"/>
                </a:ext>
              </a:extLst>
            </p:cNvPr>
            <p:cNvSpPr txBox="1"/>
            <p:nvPr/>
          </p:nvSpPr>
          <p:spPr>
            <a:xfrm>
              <a:off x="4690125" y="4414934"/>
              <a:ext cx="32033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Statistical analysis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763250-E09F-7DE0-3BFB-B14FAE5FA943}"/>
                </a:ext>
              </a:extLst>
            </p:cNvPr>
            <p:cNvSpPr txBox="1"/>
            <p:nvPr/>
          </p:nvSpPr>
          <p:spPr>
            <a:xfrm>
              <a:off x="8697195" y="4414933"/>
              <a:ext cx="1822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Reporting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91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BC07-98C8-8136-407E-A640C08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AF24972-29BB-74CB-064A-F3757E4071AB}"/>
              </a:ext>
            </a:extLst>
          </p:cNvPr>
          <p:cNvGrpSpPr/>
          <p:nvPr/>
        </p:nvGrpSpPr>
        <p:grpSpPr>
          <a:xfrm>
            <a:off x="965200" y="1989327"/>
            <a:ext cx="9844865" cy="3010383"/>
            <a:chOff x="965200" y="1989327"/>
            <a:chExt cx="9844865" cy="3010383"/>
          </a:xfrm>
        </p:grpSpPr>
        <p:pic>
          <p:nvPicPr>
            <p:cNvPr id="7" name="Graphic 6" descr="Table with solid fill">
              <a:extLst>
                <a:ext uri="{FF2B5EF4-FFF2-40B4-BE49-F238E27FC236}">
                  <a16:creationId xmlns:a16="http://schemas.microsoft.com/office/drawing/2014/main" id="{762AA99D-5128-E0C9-8A06-007C7E92F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200" y="1989458"/>
              <a:ext cx="2879083" cy="2879083"/>
            </a:xfrm>
            <a:prstGeom prst="rect">
              <a:avLst/>
            </a:prstGeom>
          </p:spPr>
        </p:pic>
        <p:pic>
          <p:nvPicPr>
            <p:cNvPr id="8" name="Graphic 7" descr="Computer with solid fill">
              <a:extLst>
                <a:ext uri="{FF2B5EF4-FFF2-40B4-BE49-F238E27FC236}">
                  <a16:creationId xmlns:a16="http://schemas.microsoft.com/office/drawing/2014/main" id="{AF3803BF-858E-A04C-E063-CAA5ACB0D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7976" y="1989327"/>
              <a:ext cx="2880360" cy="2880360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6F5977ED-EAF8-7CF8-BAF1-F68FD0284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32029" y="2139743"/>
              <a:ext cx="2478036" cy="2478036"/>
            </a:xfrm>
            <a:prstGeom prst="rect">
              <a:avLst/>
            </a:prstGeom>
          </p:spPr>
        </p:pic>
        <p:pic>
          <p:nvPicPr>
            <p:cNvPr id="13" name="Graphic 12" descr="Line arrow: Straight with solid fill">
              <a:extLst>
                <a:ext uri="{FF2B5EF4-FFF2-40B4-BE49-F238E27FC236}">
                  <a16:creationId xmlns:a16="http://schemas.microsoft.com/office/drawing/2014/main" id="{94DB78CA-3294-F579-8BAA-B04C49567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3745488" y="2684504"/>
              <a:ext cx="914400" cy="1488989"/>
            </a:xfrm>
            <a:prstGeom prst="rect">
              <a:avLst/>
            </a:prstGeom>
          </p:spPr>
        </p:pic>
        <p:pic>
          <p:nvPicPr>
            <p:cNvPr id="15" name="Graphic 14" descr="Line arrow: Straight with solid fill">
              <a:extLst>
                <a:ext uri="{FF2B5EF4-FFF2-40B4-BE49-F238E27FC236}">
                  <a16:creationId xmlns:a16="http://schemas.microsoft.com/office/drawing/2014/main" id="{A126D7B9-4587-5C7B-663F-A333DFDF7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7528336" y="2684504"/>
              <a:ext cx="914400" cy="1488989"/>
            </a:xfrm>
            <a:prstGeom prst="rect">
              <a:avLst/>
            </a:prstGeom>
          </p:spPr>
        </p:pic>
        <p:pic>
          <p:nvPicPr>
            <p:cNvPr id="17" name="Graphic 16" descr="Arrow circle outline">
              <a:extLst>
                <a:ext uri="{FF2B5EF4-FFF2-40B4-BE49-F238E27FC236}">
                  <a16:creationId xmlns:a16="http://schemas.microsoft.com/office/drawing/2014/main" id="{A10E206B-97C0-FDC9-16AA-21349012B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94262" y="2716425"/>
              <a:ext cx="1425146" cy="1425146"/>
            </a:xfrm>
            <a:prstGeom prst="rect">
              <a:avLst/>
            </a:prstGeom>
          </p:spPr>
        </p:pic>
        <p:pic>
          <p:nvPicPr>
            <p:cNvPr id="21" name="Graphic 20" descr="Line arrow: Clockwise curve with solid fill">
              <a:extLst>
                <a:ext uri="{FF2B5EF4-FFF2-40B4-BE49-F238E27FC236}">
                  <a16:creationId xmlns:a16="http://schemas.microsoft.com/office/drawing/2014/main" id="{848B2642-578C-ED5F-7CFD-6B44CE9B5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7952586">
              <a:off x="3727494" y="3849954"/>
              <a:ext cx="974020" cy="97402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4DA9C6-FAC5-F4EC-69A1-F7EB10D43163}"/>
                </a:ext>
              </a:extLst>
            </p:cNvPr>
            <p:cNvSpPr txBox="1"/>
            <p:nvPr/>
          </p:nvSpPr>
          <p:spPr>
            <a:xfrm>
              <a:off x="1594262" y="4414935"/>
              <a:ext cx="162095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Cleaning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7FED57-2A9A-DED6-D1D8-636778C335CB}"/>
                </a:ext>
              </a:extLst>
            </p:cNvPr>
            <p:cNvSpPr txBox="1"/>
            <p:nvPr/>
          </p:nvSpPr>
          <p:spPr>
            <a:xfrm>
              <a:off x="4690125" y="4414934"/>
              <a:ext cx="32033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Statistical analysis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3619BD-0B68-E2C9-373C-40BED6103DC7}"/>
                </a:ext>
              </a:extLst>
            </p:cNvPr>
            <p:cNvSpPr txBox="1"/>
            <p:nvPr/>
          </p:nvSpPr>
          <p:spPr>
            <a:xfrm>
              <a:off x="8697195" y="4414933"/>
              <a:ext cx="1822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Noto Sans Kannada" panose="020B0502040504020204" pitchFamily="34" charset="0"/>
                  <a:cs typeface="Noto Sans Kannada" panose="020B0502040504020204" pitchFamily="34" charset="0"/>
                </a:rPr>
                <a:t>Reporting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209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8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Noto Sans Kannada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Shiba, Koichiro</dc:creator>
  <cp:lastModifiedBy>Shiba, Koichiro</cp:lastModifiedBy>
  <cp:revision>1</cp:revision>
  <dcterms:created xsi:type="dcterms:W3CDTF">2024-03-20T16:12:16Z</dcterms:created>
  <dcterms:modified xsi:type="dcterms:W3CDTF">2024-03-21T16:10:40Z</dcterms:modified>
</cp:coreProperties>
</file>